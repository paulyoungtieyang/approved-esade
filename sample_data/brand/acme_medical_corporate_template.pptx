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B3C5D"/>
      </a:dk2>
      <a:lt2>
        <a:srgbClr val="F2F7FA"/>
      </a:lt2>
      <a:accent1>
        <a:srgbClr val="1B7FA8"/>
      </a:accent1>
      <a:accent2>
        <a:srgbClr val="3FB0AC"/>
      </a:accent2>
      <a:accent3>
        <a:srgbClr val="F5A623"/>
      </a:accent3>
      <a:accent4>
        <a:srgbClr val="9B59B6"/>
      </a:accent4>
      <a:accent5>
        <a:srgbClr val="E4572E"/>
      </a:accent5>
      <a:accent6>
        <a:srgbClr val="76B041"/>
      </a:accent6>
      <a:hlink>
        <a:srgbClr val="0000FF"/>
      </a:hlink>
      <a:folHlink>
        <a:srgbClr val="800080"/>
      </a:folHlink>
    </a:clrScheme>
    <a:fontScheme name="Office">
      <a:majorFont>
        <a:latin typeface="Georg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